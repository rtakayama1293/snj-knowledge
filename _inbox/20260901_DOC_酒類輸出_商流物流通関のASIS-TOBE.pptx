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AS-IS／TO-BE の2案を、商流・物流・通関の3層で並べたもの。②で通関を束ねられない点が要点。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商流・物流・通関で見る AS-IS と TO-BE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217152" y="30175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26-09-01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シンガポール向け 日本酒4〜5蔵の混載輸出／theSFC案件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3637483" cy="4544568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78992"/>
            <a:ext cx="36374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AS-IS　ありうる現状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36374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束ねる人がいない状態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83664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139696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各蔵 ▶ theSFC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615184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4〜5本の商流が並ぶ。theSFCが各蔵へ個別に発注し、個別に送金する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191256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447288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各蔵が個別に出荷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922776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小口のまま。定温リーファー定期便に載せると単価が跳ねる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498848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通関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754880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各蔵が個別に申告（4〜5本）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230368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輸出者は各蔵。英文書類と輸出免税手続きが蔵ごとに発生する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5788152"/>
            <a:ext cx="30522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蔵側の負担が重く、引き受け手が出ない。ここで止まっている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7563" y="1719072"/>
            <a:ext cx="3637483" cy="4544568"/>
          </a:xfrm>
          <a:prstGeom prst="rect">
            <a:avLst/>
          </a:prstGeom>
          <a:solidFill>
            <a:srgbClr val="FBF3F1"/>
          </a:solidFill>
          <a:ln w="12700">
            <a:solidFill>
              <a:srgbClr val="FBF3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77563" y="1078992"/>
            <a:ext cx="36374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TO-BE ①　商流ごと束ねる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277563" y="1408176"/>
            <a:ext cx="36374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当社が4〜5蔵すべてを買って売る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0171" y="1883664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商流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0171" y="2139696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各蔵 ▶ 新日本海商事 ▶ theSFC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0171" y="2615184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1本にまとまる。theSFCの発注も送金も当社1社宛。請求も当社→theSFCの1本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0171" y="3191256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0171" y="3447288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当社指定FWが集荷・混載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0171" y="3922776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1コンテナ。運賃を当社が握ればCFR建てで出せる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0171" y="4498848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通関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0171" y="4754880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輸出申告 1本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0171" y="5230368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輸出者は当社。書類も1セットで済む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0171" y="5788152"/>
            <a:ext cx="30522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先方の要望をそのまま満たす。当社は他社蔵の仕入口座と与信を持つ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7926" y="1719072"/>
            <a:ext cx="3637483" cy="4544568"/>
          </a:xfrm>
          <a:prstGeom prst="rect">
            <a:avLst/>
          </a:prstGeom>
          <a:solidFill>
            <a:srgbClr val="F0F5F7"/>
          </a:solidFill>
          <a:ln w="12700">
            <a:solidFill>
              <a:srgbClr val="F0F5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97926" y="1078992"/>
            <a:ext cx="36374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6B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TO-BE ②　物流だけ束ねる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097926" y="1408176"/>
            <a:ext cx="36374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商流は分かれたまま、コンテナだけ1本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90534" y="1883664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商流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390534" y="2139696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当社2蔵 ▶ 当社 ▶ theSFC／他社蔵 ▶ theSFC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390534" y="2615184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2本以上に分かれたまま。請求も分かれる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390534" y="3191256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390534" y="3447288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1社のFWが集荷・混載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390534" y="3922776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1コンテナ。運賃を集約する効果はここで出る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390534" y="4498848"/>
            <a:ext cx="3052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通関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390534" y="4754880"/>
            <a:ext cx="3052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輸出申告は分かれたまま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390534" y="5230368"/>
            <a:ext cx="30522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輸出者は当社と各蔵。同一コンテナ内の複数申告になる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390534" y="5788152"/>
            <a:ext cx="30522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運賃は下がるが、蔵側の輸出者負担は残る。AS-ISの詰まりは解けない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0080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通関の名義は商流に従属する　—　輸出者になれるのは売主であり、フォワーダーは名義を貸せない。②はコンテナを1本にしても申告は1本にできない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2026-09-01T05:10:52Z</dcterms:created>
  <dcterms:modified xsi:type="dcterms:W3CDTF">2026-09-01T05:10:52Z</dcterms:modified>
</cp:coreProperties>
</file>